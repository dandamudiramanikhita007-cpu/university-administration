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napToObjects="1">
      <p:cViewPr varScale="1">
        <p:scale>
          <a:sx n="36" d="100"/>
          <a:sy n="36" d="100"/>
        </p:scale>
        <p:origin x="13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Faculty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Linked List Based CRUD Operations</a:t>
            </a:r>
          </a:p>
          <a:p>
            <a:r>
              <a:rPr dirty="0"/>
              <a:t>Using C Programming</a:t>
            </a:r>
          </a:p>
          <a:p>
            <a:endParaRPr dirty="0"/>
          </a:p>
          <a:p>
            <a:r>
              <a:rPr dirty="0"/>
              <a:t>Student Name:</a:t>
            </a:r>
            <a:r>
              <a:rPr lang="en-IN" dirty="0"/>
              <a:t> Rama NIKHITA , THRIGUN                             </a:t>
            </a:r>
            <a:endParaRPr dirty="0"/>
          </a:p>
          <a:p>
            <a:r>
              <a:rPr dirty="0"/>
              <a:t>Register Number:</a:t>
            </a:r>
            <a:r>
              <a:rPr lang="en-IN" dirty="0"/>
              <a:t>1731,1719</a:t>
            </a:r>
            <a:endParaRPr dirty="0"/>
          </a:p>
          <a:p>
            <a:r>
              <a:rPr dirty="0"/>
              <a:t>Department:</a:t>
            </a:r>
            <a:r>
              <a:rPr lang="en-IN" dirty="0"/>
              <a:t> SCDS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faculty records manually is difficult</a:t>
            </a:r>
          </a:p>
          <a:p>
            <a:r>
              <a:t>Need system to add, delete, update, search, display faculty</a:t>
            </a:r>
          </a:p>
          <a:p>
            <a:r>
              <a:t>Data should be stored dynamically</a:t>
            </a:r>
          </a:p>
          <a:p>
            <a:r>
              <a:t>Linked list used for efficient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college faculty management</a:t>
            </a:r>
          </a:p>
          <a:p>
            <a:r>
              <a:t>Used in school teacher records</a:t>
            </a:r>
          </a:p>
          <a:p>
            <a:r>
              <a:t>Used in HR employee systems</a:t>
            </a:r>
          </a:p>
          <a:p>
            <a:r>
              <a:t>Used in office staff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Structure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Linked List (Singly Linked List)</a:t>
            </a:r>
            <a:endParaRPr lang="en-US" dirty="0"/>
          </a:p>
          <a:p>
            <a:r>
              <a:rPr lang="en-US" dirty="0"/>
              <a:t>Explanation:</a:t>
            </a:r>
            <a:br>
              <a:rPr lang="en-US" dirty="0"/>
            </a:br>
            <a:r>
              <a:rPr lang="en-US" dirty="0"/>
              <a:t>Node → Represents faculty</a:t>
            </a:r>
            <a:br>
              <a:rPr lang="en-US" dirty="0"/>
            </a:br>
            <a:r>
              <a:rPr lang="en-US" dirty="0"/>
              <a:t>Pointer → Connects next faculty</a:t>
            </a:r>
          </a:p>
          <a:p>
            <a:r>
              <a:rPr lang="en-US" dirty="0"/>
              <a:t>Structure Used:</a:t>
            </a:r>
            <a:br>
              <a:rPr lang="en-US" dirty="0"/>
            </a:br>
            <a:r>
              <a:rPr lang="en-US" dirty="0"/>
              <a:t>struct Faculty → stores faculty details</a:t>
            </a:r>
            <a:br>
              <a:rPr lang="en-US" dirty="0"/>
            </a:br>
            <a:r>
              <a:rPr lang="en-US" dirty="0"/>
              <a:t>next pointer → stores address of next node</a:t>
            </a:r>
          </a:p>
          <a:p>
            <a:r>
              <a:rPr lang="en-US" dirty="0"/>
              <a:t>Each node contains:</a:t>
            </a:r>
            <a:br>
              <a:rPr lang="en-US" dirty="0"/>
            </a:br>
            <a:r>
              <a:rPr lang="en-US" dirty="0"/>
              <a:t>Faculty ID, Name, Department, Designation, Salary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Faculty stored using linked list</a:t>
            </a:r>
            <a:br>
              <a:rPr lang="en-US" dirty="0"/>
            </a:br>
            <a:r>
              <a:rPr lang="en-US" dirty="0"/>
              <a:t>Each faculty connected using pointer</a:t>
            </a:r>
            <a:br>
              <a:rPr lang="en-US" dirty="0"/>
            </a:br>
            <a:r>
              <a:rPr lang="en-US" dirty="0"/>
              <a:t>Head pointer stores first faculty</a:t>
            </a:r>
          </a:p>
          <a:p>
            <a:r>
              <a:rPr lang="en-US" dirty="0"/>
              <a:t>System Flow:</a:t>
            </a:r>
            <a:br>
              <a:rPr lang="en-US" dirty="0"/>
            </a:br>
            <a:r>
              <a:rPr lang="en-US" dirty="0"/>
              <a:t>User Input → Processing → Linked List Operation → Output Display</a:t>
            </a:r>
          </a:p>
          <a:p>
            <a:r>
              <a:rPr lang="en-US" dirty="0"/>
              <a:t>Operations:</a:t>
            </a:r>
            <a:br>
              <a:rPr lang="en-US" dirty="0"/>
            </a:br>
            <a:r>
              <a:rPr lang="en-US" dirty="0"/>
              <a:t>Add Faculty, Delete Faculty, Update Faculty, Search Faculty, Display Faculty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→ Create node and insert</a:t>
            </a:r>
          </a:p>
          <a:p>
            <a:r>
              <a:rPr dirty="0"/>
              <a:t>Delete → Search ID and remove</a:t>
            </a:r>
          </a:p>
          <a:p>
            <a:r>
              <a:rPr dirty="0"/>
              <a:t>Update → Modify details</a:t>
            </a:r>
          </a:p>
          <a:p>
            <a:r>
              <a:rPr dirty="0"/>
              <a:t>Search → Traverse list</a:t>
            </a:r>
          </a:p>
          <a:p>
            <a:r>
              <a:rPr dirty="0"/>
              <a:t>Display → Print all nodes</a:t>
            </a:r>
            <a:endParaRPr lang="en-IN" dirty="0"/>
          </a:p>
          <a:p>
            <a:r>
              <a:rPr lang="en-IN" dirty="0"/>
              <a:t>Exit → Stop program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Programming Language: C</a:t>
            </a:r>
          </a:p>
          <a:p>
            <a:r>
              <a:rPr lang="en-IN" dirty="0"/>
              <a:t>Concepts used:</a:t>
            </a:r>
            <a:br>
              <a:rPr lang="en-IN" dirty="0"/>
            </a:br>
            <a:r>
              <a:rPr lang="en-IN" dirty="0"/>
              <a:t>Structures (struct)</a:t>
            </a:r>
            <a:br>
              <a:rPr lang="en-IN" dirty="0"/>
            </a:br>
            <a:r>
              <a:rPr lang="en-IN" dirty="0"/>
              <a:t>Pointers</a:t>
            </a:r>
            <a:br>
              <a:rPr lang="en-IN" dirty="0"/>
            </a:br>
            <a:r>
              <a:rPr lang="en-IN" dirty="0"/>
              <a:t>Linked List</a:t>
            </a:r>
            <a:br>
              <a:rPr lang="en-IN" dirty="0"/>
            </a:br>
            <a:r>
              <a:rPr lang="en-IN" dirty="0"/>
              <a:t>Dynamic memory allocation (malloc, free)</a:t>
            </a:r>
            <a:br>
              <a:rPr lang="en-IN" dirty="0"/>
            </a:br>
            <a:r>
              <a:rPr lang="en-IN" dirty="0"/>
              <a:t>Functions</a:t>
            </a:r>
            <a:br>
              <a:rPr lang="en-IN" dirty="0"/>
            </a:br>
            <a:r>
              <a:rPr lang="en-IN" dirty="0"/>
              <a:t>Menu-driven program</a:t>
            </a:r>
          </a:p>
          <a:p>
            <a:r>
              <a:rPr lang="en-IN" dirty="0"/>
              <a:t>Functions Used:</a:t>
            </a:r>
            <a:br>
              <a:rPr lang="en-IN" dirty="0"/>
            </a:br>
            <a:r>
              <a:rPr lang="en-IN" dirty="0" err="1"/>
              <a:t>addFaculty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 err="1"/>
              <a:t>deleteFaculty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 err="1"/>
              <a:t>updateFaculty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 err="1"/>
              <a:t>searchFaculty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 err="1"/>
              <a:t>displayFaculty</a:t>
            </a:r>
            <a:r>
              <a:rPr lang="en-IN" dirty="0"/>
              <a:t>()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faculty</a:t>
            </a:r>
          </a:p>
          <a:p>
            <a:r>
              <a:t>Delete faculty</a:t>
            </a:r>
          </a:p>
          <a:p>
            <a:r>
              <a:t>Update faculty</a:t>
            </a:r>
          </a:p>
          <a:p>
            <a:r>
              <a:t>Search faculty</a:t>
            </a:r>
          </a:p>
          <a:p>
            <a:r>
              <a:t>Display faculty</a:t>
            </a:r>
          </a:p>
          <a:p>
            <a:r>
              <a:t>Dynamic memory allocation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Faculty</a:t>
            </a:r>
          </a:p>
          <a:p>
            <a:r>
              <a:t>Enter ID, Name, Dept, Designation, Salary</a:t>
            </a:r>
          </a:p>
          <a:p>
            <a:r>
              <a:t>Faculty added successfully</a:t>
            </a:r>
          </a:p>
          <a:p>
            <a:endParaRPr/>
          </a:p>
          <a:p>
            <a:r>
              <a:t>Display shows all faculty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user navigates a simple interface to add two new faculty members to a management system, including their personal and professional details.&#10;&#10;AI-generated content may be incorrect.">
            <a:extLst>
              <a:ext uri="{FF2B5EF4-FFF2-40B4-BE49-F238E27FC236}">
                <a16:creationId xmlns:a16="http://schemas.microsoft.com/office/drawing/2014/main" id="{9125E9A9-F255-4868-CC6A-15064874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868"/>
            <a:ext cx="4590287" cy="4398264"/>
          </a:xfrm>
          <a:prstGeom prst="rect">
            <a:avLst/>
          </a:prstGeom>
        </p:spPr>
      </p:pic>
      <p:pic>
        <p:nvPicPr>
          <p:cNvPr id="5" name="Picture 4" descr="The image displays a simple user interface for a Faculty Management System, showing a list of options to add, delete, update, search, display, or exit, followed by a successful message after adding a new faculty member.&#10;&#10;AI-generated content may be incorrect.">
            <a:extLst>
              <a:ext uri="{FF2B5EF4-FFF2-40B4-BE49-F238E27FC236}">
                <a16:creationId xmlns:a16="http://schemas.microsoft.com/office/drawing/2014/main" id="{3CBB4C18-10F3-F449-C85F-F9602F04C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229868"/>
            <a:ext cx="4261104" cy="439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56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user interface for a Faculty Management System, where the user successfully adds a new faculty member with ID 1002, name nikitha, department computer science, designation professor, and salary 200000.&#10;&#10;AI-generated content may be incorrect.">
            <a:extLst>
              <a:ext uri="{FF2B5EF4-FFF2-40B4-BE49-F238E27FC236}">
                <a16:creationId xmlns:a16="http://schemas.microsoft.com/office/drawing/2014/main" id="{8C8F571B-20C7-DE7B-83F4-B4B74419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3" y="1271015"/>
            <a:ext cx="4315968" cy="4023361"/>
          </a:xfrm>
          <a:prstGeom prst="rect">
            <a:avLst/>
          </a:prstGeom>
        </p:spPr>
      </p:pic>
      <p:pic>
        <p:nvPicPr>
          <p:cNvPr id="5" name="Picture 4" descr="The image displays a simplified user interface for a Faculty Management System, where a user is updating the details of a faculty member's information.&#10;&#10;AI-generated content may be incorrect.">
            <a:extLst>
              <a:ext uri="{FF2B5EF4-FFF2-40B4-BE49-F238E27FC236}">
                <a16:creationId xmlns:a16="http://schemas.microsoft.com/office/drawing/2014/main" id="{F5CFF899-1B88-558E-5720-B811E279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1" y="1307592"/>
            <a:ext cx="4315967" cy="402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09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 user interface for a Faculty Management System, where a user successfully updated a faculty member's details.&#10;&#10;AI-generated content may be incorrect.">
            <a:extLst>
              <a:ext uri="{FF2B5EF4-FFF2-40B4-BE49-F238E27FC236}">
                <a16:creationId xmlns:a16="http://schemas.microsoft.com/office/drawing/2014/main" id="{3072288D-65AF-2DCF-FC57-A5A5B799A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1" y="1060704"/>
            <a:ext cx="4206239" cy="4334256"/>
          </a:xfrm>
          <a:prstGeom prst="rect">
            <a:avLst/>
          </a:prstGeom>
        </p:spPr>
      </p:pic>
      <p:pic>
        <p:nvPicPr>
          <p:cNvPr id="5" name="Picture 4" descr="The image depicts a simple user interface for a Faculty Management System, featuring options to add, delete, update, search, and display faculty information, and includes a successful deletion message.&#10;&#10;AI-generated content may be incorrect.">
            <a:extLst>
              <a:ext uri="{FF2B5EF4-FFF2-40B4-BE49-F238E27FC236}">
                <a16:creationId xmlns:a16="http://schemas.microsoft.com/office/drawing/2014/main" id="{44E132F2-F996-D292-B2DE-96BC278A3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3" y="1060704"/>
            <a:ext cx="4517135" cy="43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58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memory usage</a:t>
            </a:r>
          </a:p>
          <a:p>
            <a:r>
              <a:t>Easy insertion and deletion</a:t>
            </a:r>
          </a:p>
          <a:p>
            <a:r>
              <a:t>No fixed size limitation</a:t>
            </a:r>
          </a:p>
          <a:p>
            <a:r>
              <a:t>User friendly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Faculty Management System implemented</a:t>
            </a:r>
          </a:p>
          <a:p>
            <a:r>
              <a:t>Linked list used for dynamic storage</a:t>
            </a:r>
          </a:p>
          <a:p>
            <a:r>
              <a:t>CRUD operations performed</a:t>
            </a:r>
          </a:p>
          <a:p>
            <a:r>
              <a:t>Useful for real-world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337</Words>
  <Application>Microsoft Office PowerPoint</Application>
  <PresentationFormat>On-screen Show (4:3)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Faculty Management System</vt:lpstr>
      <vt:lpstr>Problem Statement</vt:lpstr>
      <vt:lpstr>Real-world Application</vt:lpstr>
      <vt:lpstr>Data Structure Used</vt:lpstr>
      <vt:lpstr>System Design</vt:lpstr>
      <vt:lpstr>Algorithm</vt:lpstr>
      <vt:lpstr>Implementation</vt:lpstr>
      <vt:lpstr>Features</vt:lpstr>
      <vt:lpstr>Demo Output</vt:lpstr>
      <vt:lpstr>PowerPoint Presentation</vt:lpstr>
      <vt:lpstr>PowerPoint Presentation</vt:lpstr>
      <vt:lpstr>PowerPoint Presentation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RAMA NIKHITA</dc:creator>
  <cp:keywords/>
  <dc:description>generated using python-pptx</dc:description>
  <cp:lastModifiedBy>dandamudiramanikhita007@outlook.com</cp:lastModifiedBy>
  <cp:revision>4</cp:revision>
  <dcterms:created xsi:type="dcterms:W3CDTF">2013-01-27T09:14:16Z</dcterms:created>
  <dcterms:modified xsi:type="dcterms:W3CDTF">2026-05-04T10:59:16Z</dcterms:modified>
  <cp:category/>
</cp:coreProperties>
</file>